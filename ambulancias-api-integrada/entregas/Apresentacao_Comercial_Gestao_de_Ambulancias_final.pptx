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45b07e9ff4fc9" /><Relationship Type="http://schemas.openxmlformats.org/officeDocument/2006/relationships/extended-properties" Target="/docProps/app.xml" Id="R3424920ab7f740ea" /><Relationship Type="http://schemas.openxmlformats.org/officeDocument/2006/relationships/officeDocument" Target="/ppt/presentation.xml" Id="Re7ab736d451d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c0c3c4cfc847a1"/>
  </p:sldMasterIdLst>
  <p:notesMasterIdLst>
    <p:notesMasterId xmlns:r="http://schemas.openxmlformats.org/officeDocument/2006/relationships" r:id="Rd9c74d246f774b1c"/>
  </p:notesMasterIdLst>
  <p:sldIdLst>
    <p:sldId xmlns:r="http://schemas.openxmlformats.org/officeDocument/2006/relationships" id="256" r:id="R4211df9dc676443f"/>
    <p:sldId xmlns:r="http://schemas.openxmlformats.org/officeDocument/2006/relationships" id="257" r:id="R039979d5908e41b8"/>
    <p:sldId xmlns:r="http://schemas.openxmlformats.org/officeDocument/2006/relationships" id="258" r:id="Rc3deb6688d4c4158"/>
    <p:sldId xmlns:r="http://schemas.openxmlformats.org/officeDocument/2006/relationships" id="259" r:id="Rdb525862d9b146ed"/>
    <p:sldId xmlns:r="http://schemas.openxmlformats.org/officeDocument/2006/relationships" id="260" r:id="Ra8e0b998d892434c"/>
    <p:sldId xmlns:r="http://schemas.openxmlformats.org/officeDocument/2006/relationships" id="261" r:id="R691b572c7e9246f8"/>
    <p:sldId xmlns:r="http://schemas.openxmlformats.org/officeDocument/2006/relationships" id="262" r:id="R4440f2324485499f"/>
    <p:sldId xmlns:r="http://schemas.openxmlformats.org/officeDocument/2006/relationships" id="263" r:id="R8277f9ee943e4d8f"/>
    <p:sldId xmlns:r="http://schemas.openxmlformats.org/officeDocument/2006/relationships" id="264" r:id="Rf9f8f4b2383b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2f1d70fbb4fc5" /><Relationship Type="http://schemas.openxmlformats.org/officeDocument/2006/relationships/slideMaster" Target="/ppt/slideMasters/slideMaster1.xml" Id="R90c0c3c4cfc847a1" /><Relationship Type="http://schemas.openxmlformats.org/officeDocument/2006/relationships/notesMaster" Target="/ppt/notesMasters/notesMaster1.xml" Id="Rd9c74d246f774b1c" /><Relationship Type="http://schemas.openxmlformats.org/officeDocument/2006/relationships/presProps" Target="/ppt/presProps.xml" Id="Rc0f1c5d560724596" /><Relationship Type="http://schemas.openxmlformats.org/officeDocument/2006/relationships/tableStyles" Target="/ppt/tableStyles.xml" Id="Re3f4d715f8444c7d" /><Relationship Type="http://schemas.openxmlformats.org/officeDocument/2006/relationships/slide" Target="/ppt/slides/slide1.xml" Id="R4211df9dc676443f" /><Relationship Type="http://schemas.openxmlformats.org/officeDocument/2006/relationships/slide" Target="/ppt/slides/slide2.xml" Id="R039979d5908e41b8" /><Relationship Type="http://schemas.openxmlformats.org/officeDocument/2006/relationships/slide" Target="/ppt/slides/slide3.xml" Id="Rc3deb6688d4c4158" /><Relationship Type="http://schemas.openxmlformats.org/officeDocument/2006/relationships/slide" Target="/ppt/slides/slide4.xml" Id="Rdb525862d9b146ed" /><Relationship Type="http://schemas.openxmlformats.org/officeDocument/2006/relationships/slide" Target="/ppt/slides/slide5.xml" Id="Ra8e0b998d892434c" /><Relationship Type="http://schemas.openxmlformats.org/officeDocument/2006/relationships/slide" Target="/ppt/slides/slide6.xml" Id="R691b572c7e9246f8" /><Relationship Type="http://schemas.openxmlformats.org/officeDocument/2006/relationships/slide" Target="/ppt/slides/slide7.xml" Id="R4440f2324485499f" /><Relationship Type="http://schemas.openxmlformats.org/officeDocument/2006/relationships/slide" Target="/ppt/slides/slide8.xml" Id="R8277f9ee943e4d8f" /><Relationship Type="http://schemas.openxmlformats.org/officeDocument/2006/relationships/slide" Target="/ppt/slides/slide9.xml" Id="Rf9f8f4b2383b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232dfec5b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8c1bb4b2f4c85" /><Relationship Type="http://schemas.openxmlformats.org/officeDocument/2006/relationships/notesMaster" Target="/ppt/notesMasters/notesMaster1.xml" Id="R193aad6bf17e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51e3124f94d69" /><Relationship Type="http://schemas.openxmlformats.org/officeDocument/2006/relationships/notesMaster" Target="/ppt/notesMasters/notesMaster1.xml" Id="R0fc0db614f9147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3fb378af9648a2" /><Relationship Type="http://schemas.openxmlformats.org/officeDocument/2006/relationships/notesMaster" Target="/ppt/notesMasters/notesMaster1.xml" Id="R1c744fd7781c4e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9ad1acf5804c89" /><Relationship Type="http://schemas.openxmlformats.org/officeDocument/2006/relationships/notesMaster" Target="/ppt/notesMasters/notesMaster1.xml" Id="R1a0976431e8b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fb4f9dd43b4225" /><Relationship Type="http://schemas.openxmlformats.org/officeDocument/2006/relationships/notesMaster" Target="/ppt/notesMasters/notesMaster1.xml" Id="R80d4f322d3664e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0c7697e7a48f7" /><Relationship Type="http://schemas.openxmlformats.org/officeDocument/2006/relationships/notesMaster" Target="/ppt/notesMasters/notesMaster1.xml" Id="Ra16bc265a68f46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27216715584be3" /><Relationship Type="http://schemas.openxmlformats.org/officeDocument/2006/relationships/notesMaster" Target="/ppt/notesMasters/notesMaster1.xml" Id="R4c2817a6542b4e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956ce07c34d31" /><Relationship Type="http://schemas.openxmlformats.org/officeDocument/2006/relationships/notesMaster" Target="/ppt/notesMasters/notesMaster1.xml" Id="Rb03212249fd646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18be3458f64961" /><Relationship Type="http://schemas.openxmlformats.org/officeDocument/2006/relationships/notesMaster" Target="/ppt/notesMasters/notesMaster1.xml" Id="R6110edf99b0544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comercial da versão demonstrativa do projeto Gestão de Ambulâncias. Público: gestores de frota e equipes operacionais, sem conhecimento técnico. Não há preço, implantação contratada ou indicadores de resultado definidos.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Benefícios propostos com base nas funcionalidades do projeto. Não representam resultados medidos. Fonte: README.md e docs/LOGICA.md.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public/app/app.js, loadFleetMap; app/Http/Controllers/DispositivoController.php. Captura local do projeto. Os dez veículos são exemplos fictícios em Brasília/DF. Cartografia © OpenStreetMap contributors, https://www.openstreetmap.org/copyright. A tela consulta a posição mais recente e não prova localização atual sem envio GPS.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public/app/app.js, loadFleetMap e app/Models/Dispositivo.php. Captura local com dados fictícios. Cartografia © OpenStreetMap contributors, https://www.openstreetmap.org/copyright. Online, sem comunicação e offline indicam tempo desde a última comunicação, não disponibilidade para atendimento.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app/Http/Controllers/LocalizacaoController.php, método index. Captura local com dados fictícios. O histórico mostra pontos recebidos, data/hora, coordenadas, velocidade, precisão e bateria. Não há relatório de trajetos calculados ou roteamento automático.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app/Http/Controllers/DispositivoController.php, index; UsuarioController.php; middleware ApenasAdministrador. Administradores gerenciam cadastros. Funcionários veem dispositivos vinculados a seu usuário. Não afirmar certificação de segurança ou conformidade regulatória.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Fluxo funcional baseado em README.md e docs/LOGICA.md. O painel web existe. O uso com frota real exige configurar e validar o aplicativo ou dispositivo que envia GPS, conectividade e ambiente de hospedagem. O projeto inclui um simulador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Próximo passo comercial proposto, não contratado. A versão atual é demonstrativa. Os trajetos em Brasília são fictícios. A simulação atualiza registros em ciclos com intervalo de 5 segundos após cada resposta, enquanto estiver ativa no mapa. Não há aplicativo Expo pronto validado neste material. Preço, prazo, suporte e hospedagem dependem de definição comercial.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Chamada comercial proposta. Não existem condições comerciais definidas no projeto. Não prometer redução percentual de custos, garantia de disponibilidade, despacho automático ou gestão de pacientes.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6ab53b9c4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1b2e70881c4735" /><Relationship Type="http://schemas.openxmlformats.org/officeDocument/2006/relationships/slideLayout" Target="/ppt/slideLayouts/slideLayout1.xml" Id="Re13b27184cd14e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b27184cd1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a253012947d2" /><Relationship Type="http://schemas.openxmlformats.org/officeDocument/2006/relationships/notesSlide" Target="/ppt/notesSlides/notesSlide1.xml" Id="Re5857a3e2dac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e685d3410438d" /><Relationship Type="http://schemas.openxmlformats.org/officeDocument/2006/relationships/notesSlide" Target="/ppt/notesSlides/notesSlide2.xml" Id="Rfcacc87468ef44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3e70f7c9d4402" /><Relationship Type="http://schemas.openxmlformats.org/officeDocument/2006/relationships/image" Target="/ppt/media/image.jpeg" Id="R464c14c52aba45f8" /><Relationship Type="http://schemas.openxmlformats.org/officeDocument/2006/relationships/notesSlide" Target="/ppt/notesSlides/notesSlide3.xml" Id="R4f6e85ed0d2848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ad116de85421b" /><Relationship Type="http://schemas.openxmlformats.org/officeDocument/2006/relationships/image" Target="/ppt/media/image2.jpeg" Id="Rb1338f4c5ef24b49" /><Relationship Type="http://schemas.openxmlformats.org/officeDocument/2006/relationships/notesSlide" Target="/ppt/notesSlides/notesSlide4.xml" Id="Re22c96bd9166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1fef3d45e4766" /><Relationship Type="http://schemas.openxmlformats.org/officeDocument/2006/relationships/image" Target="/ppt/media/image3.jpeg" Id="Ra93901496b414fbe" /><Relationship Type="http://schemas.openxmlformats.org/officeDocument/2006/relationships/notesSlide" Target="/ppt/notesSlides/notesSlide5.xml" Id="Rf1439d2976b648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ed579789444f4" /><Relationship Type="http://schemas.openxmlformats.org/officeDocument/2006/relationships/notesSlide" Target="/ppt/notesSlides/notesSlide6.xml" Id="Rb5ee2dafdbde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6c020fb214ceb" /><Relationship Type="http://schemas.openxmlformats.org/officeDocument/2006/relationships/notesSlide" Target="/ppt/notesSlides/notesSlide7.xml" Id="Rafcae28336ee4a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b4959d9749cb" /><Relationship Type="http://schemas.openxmlformats.org/officeDocument/2006/relationships/notesSlide" Target="/ppt/notesSlides/notesSlide8.xml" Id="Rbfd22949c1b4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94d68d7a5454f" /><Relationship Type="http://schemas.openxmlformats.org/officeDocument/2006/relationships/notesSlide" Target="/ppt/notesSlides/notesSlide9.xml" Id="R0882b40a3b48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ACD30-2F9B-443C-8507-2391BFB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6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6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46816-527C-434D-AFBC-08931B91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 de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Ambulâncias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0E0FB-A8ED-49C4-9E5A-07DD001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Sua frota no mapa.</a:t>
            </a:r>
          </a:p>
          <a:p xmlns:a="http://schemas.openxmlformats.org/drawingml/2006/main">
            <a:pPr>
              <a:defRPr sz="255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Informação para acompanhar 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4594C-0C84-44BC-8DDC-7C135FF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0D5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0D5C4"/>
                </a:solidFill>
                <a:latin typeface="Arial"/>
                <a:ea typeface="Arial"/>
                <a:cs typeface="Arial"/>
              </a:rPr>
              <a:t>Apresentação comercial</a:t>
            </a:r>
          </a:p>
        </p:txBody>
      </p:sp>
    </p:spTree>
    <p:extLst>
      <p:ext uri="{BB962C8B-B14F-4D97-AF65-F5344CB8AC3E}">
        <p14:creationId xmlns:p14="http://schemas.microsoft.com/office/powerpoint/2010/main" val="1821050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26602-184F-49AC-8CFD-25598B65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Visibilidade para a rotina da frota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7CE9A-F755-4AA6-9EF8-3B20C95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20EB7-611F-495F-AD65-740CB5C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Onde está cada</a:t>
            </a:r>
          </a:p>
          <a:p xmlns:a="http://schemas.openxmlformats.org/drawingml/2006/main">
            <a:pPr>
              <a:defRPr sz="39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ambulância?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33EB-0830-479B-980F-9CC33D5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mapa reúne a última posição recebida de cada veículo em uma única tela.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1651F-E00E-422F-852A-BD89CAC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8B80"/>
                </a:solidFill>
                <a:latin typeface="Arial"/>
                <a:ea typeface="Arial"/>
                <a:cs typeface="Arial"/>
              </a:rPr>
              <a:t>Informação mais acessível para apoiar o acompanhamento da equipe e a consulta de deslocamentos.</a:t>
            </a:r>
          </a:p>
        </p:txBody>
      </p:sp>
    </p:spTree>
    <p:extLst>
      <p:ext uri="{BB962C8B-B14F-4D97-AF65-F5344CB8AC3E}">
        <p14:creationId xmlns:p14="http://schemas.microsoft.com/office/powerpoint/2010/main" val="845409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E0B2C-D768-4539-9CEE-8AAD856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Toda a frota em um mapa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23F8-288C-4409-8576-BA5C4580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58CE8-9AFF-4826-8A8E-BC63B57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Uma visão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da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BEE5A-5DB5-465B-B8AA-C54B6CF9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Veja as ambulâncias cadastradas e escolha qual delas acompanhar.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Demonstração com 10 veículos em Brasília/DF.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407A-0EB7-4B02-8F11-96B2FB5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demonstrativa. Mapas: © OpenStreetMap contributors.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c14c52aba45f8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48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8C933-D050-42BF-9516-BBE51847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Os detalhes de cada ambulância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6D2B8-258A-4227-8E13-86819B0A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CAB67-4820-4E12-8D9D-8B55372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Um clique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no veículo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B93B2-0874-44B7-80AB-94A3025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Consulte placa, responsável, velocidade, bateria e horário do último envio.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status indica a comunicação do dispositivo.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76E1F-7AF7-4DC5-BCB6-7EAB9F8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demonstrativa. Mapas: © OpenStreetMap contributors.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38f4c5ef24b49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1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ECDD9-945B-4EA2-914F-2B6F9261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Histórico para consultar depois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2CA22-3982-498D-B068-E1996745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30BCD-C89C-4E1C-A0EB-E6D8471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Os registros</a:t>
            </a:r>
          </a:p>
          <a:p xmlns:a="http://schemas.openxmlformats.org/drawingml/2006/main">
            <a:pPr>
              <a:defRPr sz="25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ficam disponíveis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CB8E6-04A6-481D-814C-25BA1958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971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Escolha uma ambulância e consulte os pontos de localização que ela enviou.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Cada registro guarda data e horário.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F4668-CC36-4761-8017-DF6BB57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019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Tela demonstrativa. Mapas: © OpenStreetMap contributors.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901496b414fbe"/>
          <a:stretch xmlns:a="http://schemas.openxmlformats.org/drawingml/2006/main"/>
        </p:blipFill>
        <p:spPr>
          <a:xfrm xmlns:a="http://schemas.openxmlformats.org/drawingml/2006/main">
            <a:off x="3964741" y="16192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30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765B8-31A5-4046-B9E4-5BE20E7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Cada pessoa acompanha sua parte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944FD-3AE1-46C8-9FE8-4CFB07C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83270-46A6-4232-8242-98F7C73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B1D82-2C0D-4FCE-A60E-ADDC70F5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Acompanha toda a frota e organiza os cadastros de usuários e veículos.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0F70F-BCFD-43DE-A0FA-2AC7305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716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Funcionário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94710-B54E-46AC-93C4-FBFBA127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 os veículos vinculados ao seu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08EE-F851-4BEF-B14E-1E07D328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Responsáveis e ambulâncias reunidos no mesmo sistema.</a:t>
            </a:r>
          </a:p>
        </p:txBody>
      </p:sp>
    </p:spTree>
    <p:extLst>
      <p:ext uri="{BB962C8B-B14F-4D97-AF65-F5344CB8AC3E}">
        <p14:creationId xmlns:p14="http://schemas.microsoft.com/office/powerpoint/2010/main" val="4171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AB7F7-8DEF-48B3-97BD-CF29C8D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Um uso simples no dia a 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D990F-FAB4-4698-8E0E-FE75E816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BEBF4-9AF2-45C0-B42C-AFF26426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EA35B-AFEF-4E20-A83E-76A6EA03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Cadastro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3FF6-A663-43EF-965B-37BCE7B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A equipe registra os veículos e seus responsáveis.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1CD30-C06F-4714-A151-DCC7FEC8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3CE8C-1DE4-4A04-8217-9022F7B5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Localização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7B6A1-E17D-455A-B9BE-1EA92D2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dispositivo envia a posição da ambulância.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F94E-7FAE-443B-886C-68446BE3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158DF-EF09-4403-B138-A2804DDE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6061A-DEC9-460D-A0D4-FDB6C53C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gestor consulta o mapa pelo navegador.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736A0-FA25-45D4-B84E-01C186C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E6438-720C-41B6-B7A2-89B27A3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D154B-D6E9-4E01-B6B7-7DEC548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957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O histórico mantém os pontos recebidos.</a:t>
            </a:r>
          </a:p>
        </p:txBody>
      </p:sp>
    </p:spTree>
    <p:extLst>
      <p:ext uri="{BB962C8B-B14F-4D97-AF65-F5344CB8AC3E}">
        <p14:creationId xmlns:p14="http://schemas.microsoft.com/office/powerpoint/2010/main" val="149859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B29F0-9301-454C-8C42-E0B36285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Um piloto para conhecer na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A3D0B-7007-4E1C-8E26-675056B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6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B55DA-086D-456D-A46E-6C293BD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A demonstração já permite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AB4B-3127-4CBA-83ED-296BD81B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Explorar o mapa e os filtros.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Testar o movimento simulado.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Consultar cadastros e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B1E5-4CA5-4F37-ADE4-1ABE68C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8B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0"/>
                </a:solidFill>
                <a:latin typeface="Arial"/>
                <a:ea typeface="Arial"/>
                <a:cs typeface="Arial"/>
              </a:rPr>
              <a:t>Para operar com veículos reais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AD4CC-4BDD-4B34-98E4-3D55F96D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Configurar o envio de GPS e a conexão.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Definir hospedagem e acessos.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7"/>
                </a:solidFill>
                <a:latin typeface="Arial"/>
                <a:ea typeface="Arial"/>
                <a:cs typeface="Arial"/>
              </a:rPr>
              <a:t>Validar o uso com a equipe.</a:t>
            </a:r>
          </a:p>
        </p:txBody>
      </p:sp>
    </p:spTree>
    <p:extLst>
      <p:ext uri="{BB962C8B-B14F-4D97-AF65-F5344CB8AC3E}">
        <p14:creationId xmlns:p14="http://schemas.microsoft.com/office/powerpoint/2010/main" val="48544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4D269-B06A-4D32-9079-E47E407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passo: demonstração guiada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05D80-7E0C-4D20-AB31-CAC64497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6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6D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C7072-C291-420A-B19D-1A8A1DEA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avaliar o sistema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 rotina da sua frota?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87CFA-5C9F-4DC9-B424-F0F85BD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8D8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8D8E5"/>
                </a:solidFill>
                <a:latin typeface="Arial"/>
                <a:ea typeface="Arial"/>
                <a:cs typeface="Arial"/>
              </a:rPr>
              <a:t>Escolha uma equipe e alguns veículos para o piloto.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26F5-F293-435D-8EC3-ADD71E8A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0D5C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0D5C4"/>
                </a:solidFill>
                <a:latin typeface="Arial"/>
                <a:ea typeface="Arial"/>
                <a:cs typeface="Arial"/>
              </a:rPr>
              <a:t>Escopo, prazo e investimento a combinar.</a:t>
            </a:r>
          </a:p>
        </p:txBody>
      </p:sp>
    </p:spTree>
    <p:extLst>
      <p:ext uri="{BB962C8B-B14F-4D97-AF65-F5344CB8AC3E}">
        <p14:creationId xmlns:p14="http://schemas.microsoft.com/office/powerpoint/2010/main" val="770133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2026-09-09T02:38:57.1400000Z</dcterms:created>
  <dcterms:modified xsi:type="dcterms:W3CDTF">2026-09-09T02:38:57.1400000Z</dcterms:modified>
</coreProperties>
</file>