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d93e862d874720" /><Relationship Type="http://schemas.openxmlformats.org/officeDocument/2006/relationships/extended-properties" Target="/docProps/app.xml" Id="R1f6edad4e013462f" /><Relationship Type="http://schemas.openxmlformats.org/officeDocument/2006/relationships/officeDocument" Target="/ppt/presentation.xml" Id="Rea26363a86e246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bdd7b278bf4bdf"/>
  </p:sldMasterIdLst>
  <p:notesMasterIdLst>
    <p:notesMasterId xmlns:r="http://schemas.openxmlformats.org/officeDocument/2006/relationships" r:id="Rd1f132a83ac54518"/>
  </p:notesMasterIdLst>
  <p:sldIdLst>
    <p:sldId xmlns:r="http://schemas.openxmlformats.org/officeDocument/2006/relationships" id="256" r:id="R64109f7684ee428b"/>
    <p:sldId xmlns:r="http://schemas.openxmlformats.org/officeDocument/2006/relationships" id="257" r:id="R92f83d8cf423423d"/>
    <p:sldId xmlns:r="http://schemas.openxmlformats.org/officeDocument/2006/relationships" id="258" r:id="R1912ae7d2a464533"/>
    <p:sldId xmlns:r="http://schemas.openxmlformats.org/officeDocument/2006/relationships" id="259" r:id="Refcc17f891a64080"/>
    <p:sldId xmlns:r="http://schemas.openxmlformats.org/officeDocument/2006/relationships" id="260" r:id="Rb66a087b33924790"/>
    <p:sldId xmlns:r="http://schemas.openxmlformats.org/officeDocument/2006/relationships" id="261" r:id="R36e0a7a6401c4ab0"/>
    <p:sldId xmlns:r="http://schemas.openxmlformats.org/officeDocument/2006/relationships" id="262" r:id="R1236056dc1824930"/>
    <p:sldId xmlns:r="http://schemas.openxmlformats.org/officeDocument/2006/relationships" id="263" r:id="R8fa6fdbd7e7f436a"/>
    <p:sldId xmlns:r="http://schemas.openxmlformats.org/officeDocument/2006/relationships" id="264" r:id="R0d5f92f684614c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c9177c81374e5f" /><Relationship Type="http://schemas.openxmlformats.org/officeDocument/2006/relationships/slideMaster" Target="/ppt/slideMasters/slideMaster1.xml" Id="Rcfbdd7b278bf4bdf" /><Relationship Type="http://schemas.openxmlformats.org/officeDocument/2006/relationships/notesMaster" Target="/ppt/notesMasters/notesMaster1.xml" Id="Rd1f132a83ac54518" /><Relationship Type="http://schemas.openxmlformats.org/officeDocument/2006/relationships/presProps" Target="/ppt/presProps.xml" Id="Rdb5f493d14124c71" /><Relationship Type="http://schemas.openxmlformats.org/officeDocument/2006/relationships/tableStyles" Target="/ppt/tableStyles.xml" Id="Ra151381fe8a84c56" /><Relationship Type="http://schemas.openxmlformats.org/officeDocument/2006/relationships/slide" Target="/ppt/slides/slide1.xml" Id="R64109f7684ee428b" /><Relationship Type="http://schemas.openxmlformats.org/officeDocument/2006/relationships/slide" Target="/ppt/slides/slide2.xml" Id="R92f83d8cf423423d" /><Relationship Type="http://schemas.openxmlformats.org/officeDocument/2006/relationships/slide" Target="/ppt/slides/slide3.xml" Id="R1912ae7d2a464533" /><Relationship Type="http://schemas.openxmlformats.org/officeDocument/2006/relationships/slide" Target="/ppt/slides/slide4.xml" Id="Refcc17f891a64080" /><Relationship Type="http://schemas.openxmlformats.org/officeDocument/2006/relationships/slide" Target="/ppt/slides/slide5.xml" Id="Rb66a087b33924790" /><Relationship Type="http://schemas.openxmlformats.org/officeDocument/2006/relationships/slide" Target="/ppt/slides/slide6.xml" Id="R36e0a7a6401c4ab0" /><Relationship Type="http://schemas.openxmlformats.org/officeDocument/2006/relationships/slide" Target="/ppt/slides/slide7.xml" Id="R1236056dc1824930" /><Relationship Type="http://schemas.openxmlformats.org/officeDocument/2006/relationships/slide" Target="/ppt/slides/slide8.xml" Id="R8fa6fdbd7e7f436a" /><Relationship Type="http://schemas.openxmlformats.org/officeDocument/2006/relationships/slide" Target="/ppt/slides/slide9.xml" Id="R0d5f92f684614c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362ac2ee0d4a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1afdc980094cfd" /><Relationship Type="http://schemas.openxmlformats.org/officeDocument/2006/relationships/notesMaster" Target="/ppt/notesMasters/notesMaster1.xml" Id="R59e1db2454fe4f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116fc3e53b4a57" /><Relationship Type="http://schemas.openxmlformats.org/officeDocument/2006/relationships/notesMaster" Target="/ppt/notesMasters/notesMaster1.xml" Id="R97ef5d82a70f4d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ee26babcd94b01" /><Relationship Type="http://schemas.openxmlformats.org/officeDocument/2006/relationships/notesMaster" Target="/ppt/notesMasters/notesMaster1.xml" Id="R62d9306b37dc4b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59e421ca4e4c63" /><Relationship Type="http://schemas.openxmlformats.org/officeDocument/2006/relationships/notesMaster" Target="/ppt/notesMasters/notesMaster1.xml" Id="R948d0436d8fb43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ba177ed8564a3a" /><Relationship Type="http://schemas.openxmlformats.org/officeDocument/2006/relationships/notesMaster" Target="/ppt/notesMasters/notesMaster1.xml" Id="R9bc39659a9ab4e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9b1c02fb2f43a9" /><Relationship Type="http://schemas.openxmlformats.org/officeDocument/2006/relationships/notesMaster" Target="/ppt/notesMasters/notesMaster1.xml" Id="R23063a760b0a40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f988d81ea149b0" /><Relationship Type="http://schemas.openxmlformats.org/officeDocument/2006/relationships/notesMaster" Target="/ppt/notesMasters/notesMaster1.xml" Id="R3a9c720aabb049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c213b9ebbd41bc" /><Relationship Type="http://schemas.openxmlformats.org/officeDocument/2006/relationships/notesMaster" Target="/ppt/notesMasters/notesMaster1.xml" Id="R6ef4dfe93f3a4d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9494f903f04fc7" /><Relationship Type="http://schemas.openxmlformats.org/officeDocument/2006/relationships/notesMaster" Target="/ppt/notesMasters/notesMaster1.xml" Id="R315197e2ee5e4f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comercial da versão demonstrativa do projeto Gestão de Ambulâncias. Público: gestores de frota e equipes operacionais, sem conhecimento técnico. Não há preço, implantação contratada ou indicadores de resultado definidos.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Benefícios propostos com base nas funcionalidades do projeto. Não representam resultados medidos. Fonte: README.md e docs/LOGICA.md.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public/app/app.js, loadFleetMap; app/Http/Controllers/DispositivoController.php. Captura local do projeto. Os dez veículos são exemplos fictícios em Brasília/DF. Cartografia © OpenStreetMap contributors, https://www.openstreetmap.org/copyright. A tela consulta a posição mais recente e não prova localização atual sem envio GPS.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public/app/app.js, loadFleetMap e app/Models/Dispositivo.php. Captura local com dados fictícios. Cartografia © OpenStreetMap contributors, https://www.openstreetmap.org/copyright. Online, sem comunicação e offline indicam tempo desde a última comunicação, não disponibilidade para atendimento.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app/Http/Controllers/LocalizacaoController.php, método index. Captura local com dados fictícios. O histórico mostra pontos recebidos, data/hora, coordenadas, velocidade, precisão e bateria. Não há relatório de trajetos calculados ou roteamento automático.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app/Http/Controllers/DispositivoController.php, index; UsuarioController.php; middleware ApenasAdministrador. Administradores gerenciam cadastros. Funcionários veem dispositivos vinculados a seu usuário. Não afirmar certificação de segurança ou conformidade regulatória.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Fluxo funcional baseado em README.md e docs/LOGICA.md. O painel web existe. O uso com frota real exige configurar e validar o aplicativo ou dispositivo que envia GPS, conectividade e ambiente de hospedagem. O projeto inclui um simulador web.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Próximo passo comercial proposto, não contratado. A versão atual é demonstrativa. Os trajetos em Brasília são fictícios. A simulação atualiza registros em ciclos com intervalo de 5 segundos após cada resposta, enquanto estiver ativa no mapa. Não há aplicativo Expo pronto validado neste material. Preço, prazo, suporte e hospedagem dependem de definição comercial.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Chamada comercial proposta. Não existem condições comerciais definidas no projeto. Não prometer redução percentual de custos, garantia de disponibilidade, despacho automático ou gestão de pacientes.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31b74795b4e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3b6d5bdbbf496b" /><Relationship Type="http://schemas.openxmlformats.org/officeDocument/2006/relationships/slideLayout" Target="/ppt/slideLayouts/slideLayout1.xml" Id="Rab86fe1c0b334b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86fe1c0b334b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a7e61dcda40a9" /><Relationship Type="http://schemas.openxmlformats.org/officeDocument/2006/relationships/notesSlide" Target="/ppt/notesSlides/notesSlide1.xml" Id="R526a25d5529944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dafd150b44fc2" /><Relationship Type="http://schemas.openxmlformats.org/officeDocument/2006/relationships/notesSlide" Target="/ppt/notesSlides/notesSlide2.xml" Id="R85de6167c74f4f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57321bc3f48f1" /><Relationship Type="http://schemas.openxmlformats.org/officeDocument/2006/relationships/image" Target="/ppt/media/image.jpeg" Id="R7a1d1c83a457476f" /><Relationship Type="http://schemas.openxmlformats.org/officeDocument/2006/relationships/notesSlide" Target="/ppt/notesSlides/notesSlide3.xml" Id="Rf73c4f7dc84845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0d94377314791" /><Relationship Type="http://schemas.openxmlformats.org/officeDocument/2006/relationships/image" Target="/ppt/media/image2.jpeg" Id="R83563737dd8e497b" /><Relationship Type="http://schemas.openxmlformats.org/officeDocument/2006/relationships/notesSlide" Target="/ppt/notesSlides/notesSlide4.xml" Id="R94510adb82064b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8aebc1d164651" /><Relationship Type="http://schemas.openxmlformats.org/officeDocument/2006/relationships/image" Target="/ppt/media/image3.jpeg" Id="Ra0b3a307e4db432f" /><Relationship Type="http://schemas.openxmlformats.org/officeDocument/2006/relationships/notesSlide" Target="/ppt/notesSlides/notesSlide5.xml" Id="R2879f20d1a5a41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f267f3208452e" /><Relationship Type="http://schemas.openxmlformats.org/officeDocument/2006/relationships/notesSlide" Target="/ppt/notesSlides/notesSlide6.xml" Id="Reb0d50f561d841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cf15d38d940dd" /><Relationship Type="http://schemas.openxmlformats.org/officeDocument/2006/relationships/notesSlide" Target="/ppt/notesSlides/notesSlide7.xml" Id="Ra8e9b4eef9f349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de8a38caf44b7" /><Relationship Type="http://schemas.openxmlformats.org/officeDocument/2006/relationships/notesSlide" Target="/ppt/notesSlides/notesSlide8.xml" Id="R39663a286ddf40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4ee1c1dba4dd3" /><Relationship Type="http://schemas.openxmlformats.org/officeDocument/2006/relationships/notesSlide" Target="/ppt/notesSlides/notesSlide9.xml" Id="Rb0555f36829d43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7D830-7089-491D-8F71-6016B14B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FC6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6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B86DB-A3A5-4250-A708-38E2C7F8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Gestão de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Ambulâncias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0A8E2-7098-438C-AAAB-C0D6276F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8D8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8D8E5"/>
                </a:solidFill>
                <a:latin typeface="Arial"/>
                <a:ea typeface="Arial"/>
                <a:cs typeface="Arial"/>
              </a:rPr>
              <a:t>Sua frota no mapa.</a:t>
            </a:r>
          </a:p>
          <a:p xmlns:a="http://schemas.openxmlformats.org/drawingml/2006/main">
            <a:pPr>
              <a:defRPr sz="2550" b="0">
                <a:solidFill>
                  <a:srgbClr val="B8D8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8D8E5"/>
                </a:solidFill>
                <a:latin typeface="Arial"/>
                <a:ea typeface="Arial"/>
                <a:cs typeface="Arial"/>
              </a:rPr>
              <a:t>Informação para acompanhar a operação.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F1965-17DF-4456-88FC-7686C75E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0D5C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0D5C4"/>
                </a:solidFill>
                <a:latin typeface="Arial"/>
                <a:ea typeface="Arial"/>
                <a:cs typeface="Arial"/>
              </a:rPr>
              <a:t>Apresentação comercial</a:t>
            </a:r>
          </a:p>
        </p:txBody>
      </p:sp>
    </p:spTree>
    <p:extLst>
      <p:ext uri="{BB962C8B-B14F-4D97-AF65-F5344CB8AC3E}">
        <p14:creationId xmlns:p14="http://schemas.microsoft.com/office/powerpoint/2010/main" val="7393359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24CED-E669-44E4-9672-983830C1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Visibilidade para a rotina da frota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1F286-BB22-4337-9572-AE4C230F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86F43-C772-4AD4-9AB2-30600CBF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429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Onde está cada</a:t>
            </a:r>
          </a:p>
          <a:p xmlns:a="http://schemas.openxmlformats.org/drawingml/2006/main">
            <a:pPr>
              <a:defRPr sz="39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ambulância?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EBDBE-66FF-4865-9A21-569B1B27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O mapa reúne a última posição recebida de cada veículo em uma única tela.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AFB03-118D-45D7-81E9-3E0E98C9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8B80"/>
                </a:solidFill>
                <a:latin typeface="Arial"/>
                <a:ea typeface="Arial"/>
                <a:cs typeface="Arial"/>
              </a:rPr>
              <a:t>Informação mais acessível para apoiar o acompanhamento da equipe e a consulta de deslocamentos.</a:t>
            </a:r>
          </a:p>
        </p:txBody>
      </p:sp>
    </p:spTree>
    <p:extLst>
      <p:ext uri="{BB962C8B-B14F-4D97-AF65-F5344CB8AC3E}">
        <p14:creationId xmlns:p14="http://schemas.microsoft.com/office/powerpoint/2010/main" val="2137109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D2D29-07DA-434D-9DFD-DA9718F3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Toda a frota em um mapa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0CBB2-8089-40D7-AAA6-DD0A150B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633E3-D3B8-4EED-BE9C-1A2B24CF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97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Uma visão</a:t>
            </a:r>
          </a:p>
          <a:p xmlns:a="http://schemas.openxmlformats.org/drawingml/2006/main">
            <a:pPr>
              <a:defRPr sz="25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da operação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9E23D-E3BD-4831-A120-0EC19E7F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9718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Veja as ambulâncias cadastradas e escolha qual delas acompanhar.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Demonstração com 10 veículos em Brasília/DF.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75597-E70E-48C7-9CBD-0C8E0CED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198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Tela do sistema com dados de demonstração.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d1c83a457476f"/>
          <a:stretch xmlns:a="http://schemas.openxmlformats.org/drawingml/2006/main"/>
        </p:blipFill>
        <p:spPr>
          <a:xfrm xmlns:a="http://schemas.openxmlformats.org/drawingml/2006/main">
            <a:off x="3964741" y="1619250"/>
            <a:ext cx="7615318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34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1BFE6-F7B3-469E-A5C5-B5DEE44C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Os detalhes de cada ambulância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3B476-57BC-4D07-9972-50C7F34B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C35E9-8CEC-4104-B45C-827C7CC4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97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Um clique</a:t>
            </a:r>
          </a:p>
          <a:p xmlns:a="http://schemas.openxmlformats.org/drawingml/2006/main">
            <a:pPr>
              <a:defRPr sz="25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no veículo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082EC-A73C-4F95-B3D7-8DFFB7A7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9718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Consulte placa, responsável, velocidade, bateria e horário do último envio.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O status indica a comunicação do dispositivo.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8C819-F7B0-4E98-BC5D-4B4C2014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198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Tela do sistema com dados de demonstração.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63737dd8e497b"/>
          <a:stretch xmlns:a="http://schemas.openxmlformats.org/drawingml/2006/main"/>
        </p:blipFill>
        <p:spPr>
          <a:xfrm xmlns:a="http://schemas.openxmlformats.org/drawingml/2006/main">
            <a:off x="3964741" y="1619250"/>
            <a:ext cx="7615318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71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78F50-F28A-4258-8844-273F1C4C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Histórico para consultar depois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3C654-8C3B-4062-9A8A-CDF4F831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375F6-95C3-463B-B362-642B52B7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97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Os registros</a:t>
            </a:r>
          </a:p>
          <a:p xmlns:a="http://schemas.openxmlformats.org/drawingml/2006/main">
            <a:pPr>
              <a:defRPr sz="25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ficam disponíveis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0DC1B-A897-492E-BE6D-48F16B22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9718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Escolha uma ambulância e consulte os pontos de localização que ela enviou.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Cada registro guarda data e horário.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A7597-C37E-4054-B192-11BEF0E5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198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Tela do sistema com dados de demonstração.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3a307e4db432f"/>
          <a:stretch xmlns:a="http://schemas.openxmlformats.org/drawingml/2006/main"/>
        </p:blipFill>
        <p:spPr>
          <a:xfrm xmlns:a="http://schemas.openxmlformats.org/drawingml/2006/main">
            <a:off x="3964741" y="1619250"/>
            <a:ext cx="7615318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44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239C9-D6CA-415B-AC9F-579C15F3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Cada pessoa acompanha sua parte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8621A-033A-42F7-9975-6F7B3B9B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4A874-316C-4540-A8C6-5ED3B735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C4C2F-DC25-4DF6-B654-39E0CADA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762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Acompanha toda a frota e organiza os cadastros de usuários e veículos.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07513-AC80-4314-9DD9-3931ECEF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716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Funcionário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80981-221D-41B0-9B98-EACEA84A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57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Consulta os veículos vinculados ao seu cadastro.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B11CF-CF9A-46CB-BA56-B2182C85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Responsáveis e ambulâncias reunidos no mesmo sistema.</a:t>
            </a:r>
          </a:p>
        </p:txBody>
      </p:sp>
    </p:spTree>
    <p:extLst>
      <p:ext uri="{BB962C8B-B14F-4D97-AF65-F5344CB8AC3E}">
        <p14:creationId xmlns:p14="http://schemas.microsoft.com/office/powerpoint/2010/main" val="9733100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40524-C409-41EE-A95D-C9AE7DF7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Um uso simples no dia a 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18703-722B-494E-948E-3364D022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179E6-15D3-4D30-BCC6-84484A94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2D69A-7775-4276-95EE-594D90E7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Cadastro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D13CF-7DC6-461C-8E5A-2EB33DD5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A equipe registra os veículos e seus responsáveis.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AB1FE-7517-4826-9B4E-00ECC0E0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DF4CA-BDFF-41D7-8DC7-8F9AF634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0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Localização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10BE0-9A3B-474F-8BE4-39DDD9E0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95725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O dispositivo envia a posição da ambulância.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55743-2F9D-4653-BCE6-4E7E4798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44EC5-CF0E-431A-8B7B-FACB3211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Acompanhamento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91F61-0F76-4433-A0D9-3ACBFB90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95725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O gestor consulta o mapa pelo navegador.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3D5EB-D1F5-46A6-A2E2-A6204DB2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050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E124E-5C2A-4B80-AEDE-08BE613F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43E7F-AEC5-4AF9-95E4-2D292258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95725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O histórico mantém os pontos recebidos.</a:t>
            </a:r>
          </a:p>
        </p:txBody>
      </p:sp>
    </p:spTree>
    <p:extLst>
      <p:ext uri="{BB962C8B-B14F-4D97-AF65-F5344CB8AC3E}">
        <p14:creationId xmlns:p14="http://schemas.microsoft.com/office/powerpoint/2010/main" val="1312342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47525-B823-4942-8C03-E406FE35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Um piloto para conhecer na prática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37CA4-68DB-43DF-88E2-AA294828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5B262-B4EB-4BE5-99C6-D5358A81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A demonstração já permite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48AA0-7B4D-4235-8AC3-DEF16349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Explorar o mapa e os filtros.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Testar o movimento simulado.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Consultar cadastros e histórico.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FE598-24B6-4213-A223-7DCCE7E7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485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Para operar com veículos reais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462D1-3259-43E2-9251-B03E036E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Configurar o envio de GPS e a conexão.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Definir hospedagem e acessos.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Validar o uso com a equipe.</a:t>
            </a:r>
          </a:p>
        </p:txBody>
      </p:sp>
    </p:spTree>
    <p:extLst>
      <p:ext uri="{BB962C8B-B14F-4D97-AF65-F5344CB8AC3E}">
        <p14:creationId xmlns:p14="http://schemas.microsoft.com/office/powerpoint/2010/main" val="36831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09940-10AA-4753-99AE-0B6DD33E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Próximo passo: demonstração guiada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629F9-33C3-4997-9764-315DAA73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FC6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6D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9DA3B-6A13-497E-A40A-4D6B405E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Vamos avaliar o sistema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 rotina da sua frota?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C4B1D-1478-448D-97E2-207E6B62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8D8E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8D8E5"/>
                </a:solidFill>
                <a:latin typeface="Arial"/>
                <a:ea typeface="Arial"/>
                <a:cs typeface="Arial"/>
              </a:rPr>
              <a:t>Escolha uma equipe e alguns veículos para o piloto.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734C0-89B6-4333-873D-79CB7A11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0D5C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0D5C4"/>
                </a:solidFill>
                <a:latin typeface="Arial"/>
                <a:ea typeface="Arial"/>
                <a:cs typeface="Arial"/>
              </a:rPr>
              <a:t>Escopo, prazo e investimento a combinar.</a:t>
            </a:r>
          </a:p>
        </p:txBody>
      </p:sp>
    </p:spTree>
    <p:extLst>
      <p:ext uri="{BB962C8B-B14F-4D97-AF65-F5344CB8AC3E}">
        <p14:creationId xmlns:p14="http://schemas.microsoft.com/office/powerpoint/2010/main" val="1950011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2026-09-09T02:37:43.8580000Z</dcterms:created>
  <dcterms:modified xsi:type="dcterms:W3CDTF">2026-09-09T02:37:43.8580000Z</dcterms:modified>
</coreProperties>
</file>